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7DD3FC"/>
                </a:solidFill>
              </a:rPr>
              <a:t>EXHIBIT 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number real?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93A0B5"/>
                </a:solidFill>
              </a:rPr>
              <a:t>A dashboard moved. Seven fragmented sources. One hour before the meeting.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93A0B5"/>
                </a:solidFill>
              </a:rPr>
              <a:t>Exhibit A puts every explanation on trial and returns an auditable verdict.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DD3FC"/>
                </a:solidFill>
              </a:rPr>
              <a:t>DATA ARTIFACT   ·   REAL CHANGE   ·   MIXED   ·   INSUFFICIENT EVIDENCE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138160" y="1417320"/>
            <a:ext cx="3383280" cy="2057400"/>
          </a:xfrm>
          <a:prstGeom prst="roundRect">
            <a:avLst>
              <a:gd name="adj" fmla="val 3556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0" y="16459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96.2%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2286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FY2018 jump is a filing-year artifact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2880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3.8% real  ·  0.0% unexplained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verdict. Live close passed 8/8 readback checks.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6217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SAMPLE_MODE is labelled replay, not live inference.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fluent answer is not an audit trail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17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question is not “what is the new number?” It is “is this number real, and which source caused it?”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23317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87752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1518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5328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Duplication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9260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annual fact is filed across periods. A naive view sums it again.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33172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587752"/>
            <a:ext cx="347472" cy="34747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1518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25328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source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9260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concept stops or a source disappears. The total silently shrinks.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402336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79392"/>
            <a:ext cx="347472" cy="347472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0682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224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switch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46177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company changes its revenue tag. History looks like a collapse.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4023360"/>
            <a:ext cx="525780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4279392"/>
            <a:ext cx="347472" cy="34747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430682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224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change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46177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movement survives deduplication and an independent second channel.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return a chart or a confident paragraph. Exhibit A returns a verdict with a share, a time, and a rerun command.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THE WORKFLOW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 steps, one evidence chain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H-MEM cold/warm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3347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3347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3347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SEC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4340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799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0799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0799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onset + band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Hypothesize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8251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causes, suspects from data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09244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5703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5703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5703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+ hash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966960" y="164592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31552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131552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31552" y="2487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895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5895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5895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6888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3347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263347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63347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decides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340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0799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450799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0799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+ contract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8251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638251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38251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092440" y="3611880"/>
            <a:ext cx="1664208" cy="1508760"/>
          </a:xfrm>
          <a:prstGeom prst="roundRect">
            <a:avLst>
              <a:gd name="adj" fmla="val 4848"/>
            </a:avLst>
          </a:prstGeom>
          <a:solidFill>
            <a:srgbClr val="17322A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57032" y="3749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F3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8257032" y="4114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Writeback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8257032" y="445312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+ USL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94360" y="5532120"/>
            <a:ext cx="10972800" cy="658368"/>
          </a:xfrm>
          <a:prstGeom prst="roundRect">
            <a:avLst>
              <a:gd name="adj" fmla="val 11111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view is never replaced in place. Every write needs a signed, scoped contract and a separate operator approval.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THE VERDICT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share, not a story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0876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FY2018 Manufacturing revenue jump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filing_year_duplication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28437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96.2%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227832"/>
            <a:ext cx="4572000" cy="109728"/>
          </a:xfrm>
          <a:prstGeom prst="roundRect">
            <a:avLst/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227832"/>
            <a:ext cx="4396801" cy="109728"/>
          </a:xfrm>
          <a:prstGeom prst="round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real_change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37581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3.8%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4142232"/>
            <a:ext cx="4572000" cy="109728"/>
          </a:xfrm>
          <a:prstGeom prst="roundRect">
            <a:avLst/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142232"/>
            <a:ext cx="175199" cy="109728"/>
          </a:xfrm>
          <a:prstGeom prst="roundRect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50749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pass  ·  unexplained: 0.0%  ·  SEC second channel: 12/12 cells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52360" y="1508760"/>
            <a:ext cx="4114800" cy="4480560"/>
          </a:xfrm>
          <a:prstGeom prst="roundRect">
            <a:avLst>
              <a:gd name="adj" fmla="val 1778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FY2018 jump real?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606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8620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$1.456T → $2.751T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34290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SERIES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36850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annual fact per (cik, period_end)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42519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CHANNEL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079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frames/companyconcept parity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726680" y="5257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object. Code decides.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fact path is deterministic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ZETARIS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6771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SQL editor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lineage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· final 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9019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26771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guard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exhibits · traces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· verifier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9019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26771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· Lead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rules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Counsel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737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0" y="19019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26771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· gate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model · safety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39776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42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EDGAR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07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companyconcept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companyfacts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83280" y="39776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4142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4507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H-MEM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Markovian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Intent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39776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4142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507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· safety · embed</a:t>
            </a:r>
            <a:endParaRPr lang="en-US" sz="1000" dirty="0"/>
          </a:p>
          <a:p>
            <a:r>
              <a:rPr sz="1000">
                <a:solidFill>
                  <a:srgbClr val="93A0B5"/>
                </a:solidFill>
              </a:rPr>
              <a:t>all bounded, replayable</a:t>
            </a:r>
          </a:p>
        </p:txBody>
      </p:sp>
      <p:sp>
        <p:nvSpPr>
          <p:cNvPr id="25" name="Shape 23"/>
          <p:cNvSpPr/>
          <p:nvPr/>
        </p:nvSpPr>
        <p:spPr>
          <a:xfrm>
            <a:off x="8961120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0" y="41422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 + EVALS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450799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cases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· claims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63240" y="242316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852160" y="242316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641080" y="242316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063240" y="457200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52160" y="457200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641080" y="4572000"/>
            <a:ext cx="320040" cy="0"/>
          </a:xfrm>
          <a:prstGeom prst="line">
            <a:avLst/>
          </a:prstGeom>
          <a:noFill/>
          <a:ln w="15240">
            <a:solidFill>
              <a:srgbClr val="263246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594360" y="5806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Zetaris owns the facts. Tools own the evidence. Agents propose. Code gates. The critic is outside the verdict path.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SPONSOR 01 · ZETARIS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Zetaris is the fact path, not a badge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0876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367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· DESCRIBE · SELECT · INFER SQLTABLE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40680" y="16916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schema, lineage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60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054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+ SEC second channel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96.2% artifact / 3.8% real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2461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429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741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shadow under signed contract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4068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 verifier invariants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411480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242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exhibit_a.sector_revenue_by_year_v2 + revenue_facts USL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4297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 + DQ rule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98348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17322A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1663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1114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session re-reads final + original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5166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 checks, original hash unchanged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09560" y="1508760"/>
            <a:ext cx="3657600" cy="3246120"/>
          </a:xfrm>
          <a:prstGeom prst="roundRect">
            <a:avLst>
              <a:gd name="adj" fmla="val 2254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880" y="17373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CLOSE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20116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7F3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8/8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25420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readback checks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30632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shadow/final cells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missing · 0 mismatched · 0 extra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3794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USL records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valid · 0 invalid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909560" y="4983480"/>
            <a:ext cx="3657600" cy="822960"/>
          </a:xfrm>
          <a:prstGeom prst="roundRect">
            <a:avLst>
              <a:gd name="adj" fmla="val 8889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38160" y="5166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analytics view is never named in a write statement.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SPONSOR 02 · METERLESS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and contracts that are inspectable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H-MEM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before a case. Remember at CLOSED. Audit malformed records. Mine closed logs.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8152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0 hits → warm 1 hit · similarity 0.72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MARKOVIAN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402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evidence chunks with previous/next transition keys in the critic request.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08152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windows are on the exhibit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7490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MODEL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389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idempotent lineage graph. The gate checks the artifact is upstream of the symptom.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303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nodes in the sample graph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37490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INTENT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389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HMAC-signed, scoped statements with expiry. The writer executes only what was signed.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52303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/ expiry / scope rejected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original reference implementations of the documented engine contracts — not a vendored Meterless runtime.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SPONSOR 03 · NVIDIA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bounded Nemotron roles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852160" cy="4343400"/>
          </a:xfrm>
          <a:prstGeom prst="roundRect">
            <a:avLst>
              <a:gd name="adj" fmla="val 1684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COUNSEL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5740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Counsel attacks each cause with JSON objections. Content safety labels the finding. Embeddings re-score H-MEM recall.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8036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4107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objections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8803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2,620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34107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tokens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8803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5,051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160520" y="3410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tokens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160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exclude ids and timestamps; six recorded responses (cold and warm) replay exactly.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2578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nemotron-3-nano-omni-30b · Safety nemotron-3.5-content-safety · Recall nemotron-3.5-embed-1b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554480"/>
            <a:ext cx="4846320" cy="4343400"/>
          </a:xfrm>
          <a:prstGeom prst="roundRect">
            <a:avLst>
              <a:gd name="adj" fmla="val 1684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0" y="178308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95160" y="2194560"/>
            <a:ext cx="164592" cy="16459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96912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Objections are advisory.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96912" y="24048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promote a cause or change a share.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95160" y="3017520"/>
            <a:ext cx="164592" cy="16459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96912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citations are flagged.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96912" y="32278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cannot invent an exhibit id.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95160" y="3840480"/>
            <a:ext cx="164592" cy="16459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3794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prose is blocked.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96912" y="4050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guard plus the Nemotron content-safety model; either can withhold the finding.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4663440"/>
            <a:ext cx="164592" cy="164592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96912" y="4617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gate is final.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296912" y="4873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is outside the verdict path.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995160" y="5486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is configurable; the committed replay uses the JSON-capable Nano route.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DD3FC"/>
                </a:solidFill>
              </a:rPr>
              <a:t>PROOF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8521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demo is reproducible without keys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190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7F3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18/18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94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claims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7190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DD3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2494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83880" y="15544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17190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2494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invariants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1546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3192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7F3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writeback checks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0" y="31546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17720" y="33192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exhibits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83880" y="315468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111621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33192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exhibits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89204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151C2B"/>
          </a:solidFill>
          <a:ln w="12700">
            <a:solidFill>
              <a:srgbClr val="26324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50749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eval   ·   npm run web   ·   docker run --rm exhibit-a:local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3949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and warm H-MEM, deliberate ablation, recorded critic, content safety, and a closed sample writeback are all in the committed result.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57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is labelled replay. The live close is committed under fixtures/cases/live and is the first case in the viewer.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94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DD3FC"/>
                </a:solidFill>
              </a:rPr>
              <a:t>EXHIBIT 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6EB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Adjudication, not summarization.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48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3A0B5"/>
                </a:solidFill>
              </a:rPr>
              <a:t>A model can object. Code decides. The repair is proven before it is written, and the writeback is re-read through a separate session.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935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has SQL, a result hash, and a rerun.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channel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35935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frames/companyconcept is part of the verdict.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gate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and writeback stay in the CLI.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3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warm run reuses a closed case.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github.com/big14way/exhibit-a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647395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Exhibit A  ·  data-quality findings on public filings, not investment advice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28A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Exhibit 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Exhibit A — is the number real?</dc:title>
  <dc:subject>Data-quality investigation with Zetaris, Meterless contracts, and NVIDIA Nemotron</dc:subject>
  <dc:creator>Exhibit A</dc:creator>
  <cp:lastModifiedBy>Exhibit A</cp:lastModifiedBy>
  <cp:revision>1</cp:revision>
  <dcterms:created xsi:type="dcterms:W3CDTF">2026-10-23T08:53:12Z</dcterms:created>
  <dcterms:modified xsi:type="dcterms:W3CDTF">2026-10-23T08:53:12Z</dcterms:modified>
</cp:coreProperties>
</file>